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4" d="100"/>
          <a:sy n="54" d="100"/>
        </p:scale>
        <p:origin x="1124" y="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914400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69CD4B"/>
                </a:solidFill>
                <a:latin typeface="Aptos"/>
              </a:rPr>
              <a:t>EXASOL HACKATHON • SMARTENERGY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9144000" cy="1371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400" b="1">
                <a:solidFill>
                  <a:srgbClr val="F5F8FF"/>
                </a:solidFill>
                <a:latin typeface="Aptos"/>
              </a:rPr>
              <a:t>Understand energy.
Spot the unusual. Act smarter.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8046720" cy="914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00" b="0">
                <a:solidFill>
                  <a:srgbClr val="B7C5DD"/>
                </a:solidFill>
                <a:latin typeface="Aptos"/>
              </a:rPr>
              <a:t>An energy analytics prototype for consumption insights, anomaly review, and practical optimization ideas.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3302000" cy="452120"/>
          </a:xfrm>
          <a:prstGeom prst="roundRect">
            <a:avLst/>
          </a:prstGeom>
          <a:solidFill>
            <a:srgbClr val="69C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5193792"/>
            <a:ext cx="2971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1">
                <a:solidFill>
                  <a:srgbClr val="07112B"/>
                </a:solidFill>
                <a:latin typeface="Aptos"/>
              </a:rPr>
              <a:t>BUILT WITH EXASOL 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35809"/>
            <a:ext cx="6400800" cy="54476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en-IN" sz="1100" b="0" dirty="0" smtClean="0">
                <a:solidFill>
                  <a:srgbClr val="B7C5DD"/>
                </a:solidFill>
                <a:latin typeface="Aptos"/>
              </a:rPr>
              <a:t>KAPILESH VS-24BDS0112</a:t>
            </a:r>
          </a:p>
          <a:p>
            <a:pPr algn="l"/>
            <a:r>
              <a:rPr lang="en-IN" sz="1100" dirty="0" smtClean="0">
                <a:solidFill>
                  <a:srgbClr val="B7C5DD"/>
                </a:solidFill>
                <a:latin typeface="Aptos"/>
              </a:rPr>
              <a:t>NAETHRA KG -24BCI0145</a:t>
            </a:r>
          </a:p>
          <a:p>
            <a:pPr algn="l"/>
            <a:r>
              <a:rPr lang="en-IN" sz="1100" b="0" dirty="0" smtClean="0">
                <a:solidFill>
                  <a:srgbClr val="B7C5DD"/>
                </a:solidFill>
                <a:latin typeface="Aptos"/>
              </a:rPr>
              <a:t>PRS AISJWARYA-24BCI0165</a:t>
            </a:r>
            <a:endParaRPr sz="1100" b="0" dirty="0">
              <a:solidFill>
                <a:srgbClr val="B7C5DD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69CD4B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Energy data is useful when it becomes actionable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B7C5DD"/>
                </a:solidFill>
                <a:latin typeface="Aptos"/>
              </a:rPr>
              <a:t>Consumption records can be difficult to interpret at a glance.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3429000" cy="21488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69CD4B"/>
                </a:solidFill>
                <a:latin typeface="Aptos"/>
              </a:rPr>
              <a:t>SEE THE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88036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When does usage rise or fall?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2331720"/>
            <a:ext cx="3429000" cy="21488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36592" y="2651760"/>
            <a:ext cx="2926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69CD4B"/>
                </a:solidFill>
                <a:latin typeface="Aptos"/>
              </a:rPr>
              <a:t>NOTICE THE EXCEPTION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3246120"/>
            <a:ext cx="288036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Which readings look unusually high?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0183" y="2331720"/>
            <a:ext cx="3429000" cy="21488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58784" y="2651760"/>
            <a:ext cx="292608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69CD4B"/>
                </a:solidFill>
                <a:latin typeface="Aptos"/>
              </a:rPr>
              <a:t>CHOOSE AN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3246120"/>
            <a:ext cx="2880360" cy="8229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1">
                <a:solidFill>
                  <a:srgbClr val="F5F8FF"/>
                </a:solidFill>
                <a:latin typeface="Aptos"/>
              </a:rPr>
              <a:t>What could be shifted or reduced?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166360"/>
            <a:ext cx="1042416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0">
                <a:solidFill>
                  <a:srgbClr val="B7C5DD"/>
                </a:solidFill>
                <a:latin typeface="Aptos"/>
              </a:rPr>
              <a:t>SMARTENERGY brings these questions into one dashboard so users can explore data and review potential next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69CD4B"/>
                </a:solidFill>
                <a:latin typeface="Aptos"/>
              </a:rPr>
              <a:t>02 •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One dashboard. Five useful capabilities.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B7C5DD"/>
                </a:solidFill>
                <a:latin typeface="Aptos"/>
              </a:rPr>
              <a:t>A working prototype using data stored in Exasol Personal.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074920" cy="914400"/>
          </a:xfrm>
          <a:prstGeom prst="round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231136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Consumption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Explore hourly usage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2103120"/>
            <a:ext cx="5074920" cy="914400"/>
          </a:xfrm>
          <a:prstGeom prst="round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7" y="2231136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Prediction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2578608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Compare actual and predicted consumption.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73552"/>
            <a:ext cx="5074920" cy="914400"/>
          </a:xfrm>
          <a:prstGeom prst="round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3401568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Anomaly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49039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Filter flagged events by date and severity.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273552"/>
            <a:ext cx="5074920" cy="914400"/>
          </a:xfrm>
          <a:prstGeom prst="round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7" y="3401568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Optimization ideas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3749039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Review recommendations and estimated savings.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43983"/>
            <a:ext cx="5074920" cy="914400"/>
          </a:xfrm>
          <a:prstGeom prst="roundRect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571999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What-if calculator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919471"/>
            <a:ext cx="4663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F"/>
                </a:solidFill>
                <a:latin typeface="Aptos"/>
              </a:rPr>
              <a:t>Estimate the effect of a hypothetical usage change.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69CD4B"/>
                </a:solidFill>
                <a:latin typeface="Aptos"/>
              </a:rPr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Exasol Personal is the data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B7C5DD"/>
                </a:solidFill>
                <a:latin typeface="Aptos"/>
              </a:rPr>
              <a:t>The Streamlit application reads stored data from Exasol and presents it in the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2423160" cy="19202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724912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69CD4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057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Energy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0574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B7C5DD"/>
                </a:solidFill>
                <a:latin typeface="Aptos"/>
              </a:rPr>
              <a:t>Historical consumption
and derived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8" y="315468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200" b="1">
                <a:solidFill>
                  <a:srgbClr val="69CD4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514600"/>
            <a:ext cx="2423160" cy="19202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724912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69CD4B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154680"/>
            <a:ext cx="2057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Exasol Personal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657600"/>
            <a:ext cx="20574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B7C5DD"/>
                </a:solidFill>
                <a:latin typeface="Aptos"/>
              </a:rPr>
              <a:t>SMARTENERGY schema
and project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315468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200" b="1">
                <a:solidFill>
                  <a:srgbClr val="69CD4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514600"/>
            <a:ext cx="2423160" cy="19202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724912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69CD4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154680"/>
            <a:ext cx="2057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Python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20574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B7C5DD"/>
                </a:solidFill>
                <a:latin typeface="Aptos"/>
              </a:rPr>
              <a:t>pyexasol + pandas
retrieval and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3154680"/>
            <a:ext cx="36576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2200" b="1">
                <a:solidFill>
                  <a:srgbClr val="69CD4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2514600"/>
            <a:ext cx="2423160" cy="192024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2724912"/>
            <a:ext cx="4572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1">
                <a:solidFill>
                  <a:srgbClr val="69CD4B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154680"/>
            <a:ext cx="20574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Streamlit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657600"/>
            <a:ext cx="20574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0">
                <a:solidFill>
                  <a:srgbClr val="B7C5DD"/>
                </a:solidFill>
                <a:latin typeface="Aptos"/>
              </a:rPr>
              <a:t>Charts, filters,
recommendations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074920"/>
            <a:ext cx="10241280" cy="658368"/>
          </a:xfrm>
          <a:prstGeom prst="roundRect">
            <a:avLst/>
          </a:prstGeom>
          <a:solidFill>
            <a:srgbClr val="071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257800"/>
            <a:ext cx="987552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1">
                <a:solidFill>
                  <a:srgbClr val="F5F8FF"/>
                </a:solidFill>
                <a:latin typeface="Aptos"/>
              </a:rPr>
              <a:t>Tables: HOURLY_CONSUMPTION • ENERGY_PREDICTIONS • ENERGY_ANOMALIES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69CD4B"/>
                </a:solidFill>
                <a:latin typeface="Aptos"/>
              </a:rPr>
              <a:t>04 • 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From overview to a possible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05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23" y="1542873"/>
            <a:ext cx="4528478" cy="1470778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59" y="1526422"/>
            <a:ext cx="4907281" cy="147077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23" y="3384467"/>
            <a:ext cx="4528478" cy="141816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136" y="3276458"/>
            <a:ext cx="4968125" cy="1476487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103" y="4888174"/>
            <a:ext cx="4690753" cy="16040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1">
                <a:solidFill>
                  <a:srgbClr val="69CD4B"/>
                </a:solidFill>
                <a:latin typeface="Aptos"/>
              </a:rPr>
              <a:t>05 • IMPACT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943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900" b="1">
                <a:solidFill>
                  <a:srgbClr val="F5F8FF"/>
                </a:solidFill>
                <a:latin typeface="Aptos"/>
              </a:rPr>
              <a:t>A practical starting point for smarter energy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107899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B7C5DD"/>
                </a:solidFill>
                <a:latin typeface="Aptos"/>
              </a:rPr>
              <a:t>The prototype turns stored energy data into insights users can investigate.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66360" cy="251460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WHAT IT DEMONSTRATES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71800"/>
            <a:ext cx="4480560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F5F8FF"/>
                </a:solidFill>
                <a:latin typeface="Aptos"/>
              </a:rPr>
              <a:t>A connected workflow for consumption analysis, anomaly review, and savings exploration—powered by Exasol Personal.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166360" cy="2514600"/>
          </a:xfrm>
          <a:prstGeom prst="roundRect">
            <a:avLst/>
          </a:prstGeom>
          <a:solidFill>
            <a:srgbClr val="0E1F42"/>
          </a:solidFill>
          <a:ln>
            <a:solidFill>
              <a:srgbClr val="2B6F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2468880"/>
            <a:ext cx="448056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1">
                <a:solidFill>
                  <a:srgbClr val="69CD4B"/>
                </a:solidFill>
                <a:latin typeface="Aptos"/>
              </a:rPr>
              <a:t>NEXT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971800"/>
            <a:ext cx="4480560" cy="1325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1">
                <a:solidFill>
                  <a:srgbClr val="F5F8FF"/>
                </a:solidFill>
                <a:latin typeface="Aptos"/>
              </a:rPr>
              <a:t>Validate predictions with a clear evaluation split; track model runs; improve savings assumptions; and explore a shareable deployment.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400" b="1">
                <a:solidFill>
                  <a:srgbClr val="B7C5DD"/>
                </a:solidFill>
                <a:latin typeface="Aptos"/>
              </a:rPr>
              <a:t>Metrics are preliminary; estimated savings are illustrative and not guaranteed.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33272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1" dirty="0">
                <a:solidFill>
                  <a:srgbClr val="69CD4B"/>
                </a:solidFill>
                <a:latin typeface="Aptos"/>
              </a:rPr>
              <a:t>Thank you 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91440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B7C5DD"/>
                </a:solidFill>
                <a:latin typeface="Aptos"/>
              </a:rPr>
              <a:t>SMARTENERGY | Exasol Hackathon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69CD4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356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Naethra KG</dc:creator>
  <cp:keywords/>
  <dc:description>generated using python-pptx</dc:description>
  <cp:lastModifiedBy>Ganesh SR</cp:lastModifiedBy>
  <cp:revision>3</cp:revision>
  <dcterms:created xsi:type="dcterms:W3CDTF">2013-01-27T09:14:16Z</dcterms:created>
  <dcterms:modified xsi:type="dcterms:W3CDTF">2026-09-12T18:15:51Z</dcterms:modified>
  <cp:category/>
</cp:coreProperties>
</file>